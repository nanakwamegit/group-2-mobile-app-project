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GROUP 2  ·  MOBILE APP DEVELOPMENT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3601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Personal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Expense Tracker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Flutter Mobile Application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397764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A cross-platform app for logging, categorizing, and reviewing personal finances — with local storage and first-launch onboarding.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4846320"/>
            <a:ext cx="1239926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4846320"/>
            <a:ext cx="12399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Flutter 3.38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60520" y="48463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Dart 3.10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32120" y="484632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48463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Material 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0" y="4846320"/>
            <a:ext cx="1722730" cy="27432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4846320"/>
            <a:ext cx="17227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shared_preferences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66"/>
                </a:solidFill>
              </a:rPr>
              <a:t>April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Do We Need This </a:t>
            </a:r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App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276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clear picture of spending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901952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Most people can't say where their money went last month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67919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Existing apps are overcomplicated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953512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Budgets, accounts, charts, subscriptions — too much for daily use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73075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Privacy concerns with cloud apps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05072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Many finance apps share data with third parties or require an account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416552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82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78231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solution: simple, private, offline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056632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All data stays on your device — no backend, no login, no internet needed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A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WHAT IT DOES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Core </a:t>
            </a:r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Features</a:t>
            </a:r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184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Balance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512064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Gradient card showing balance, total income, and expenses — updates live on every add or delete.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36792" y="150876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6184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1965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 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3952" y="2258568"/>
            <a:ext cx="512064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Scrollable list with category icons, dates, and colour-coded amounts (red for expense, green for income).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587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Transaction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498848"/>
            <a:ext cx="512064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Bottom sheet form — title, amount, category dropdown, date picker, income/expense toggle, inline validation.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36792" y="374904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8587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73952" y="42062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 Storage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3952" y="4498848"/>
            <a:ext cx="512064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Transactions survive restarts. JSON-encoded list saved to SharedPreferences — no server needed.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FIRST LAUNCH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Onboarding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0D3A6A">
              <a:alpha val="22000"/>
            </a:srgbClr>
          </a:solidFill>
          <a:ln w="6350">
            <a:solidFill>
              <a:srgbClr val="0D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Track Spending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48840" y="1508760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41448" y="150876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0D3A6A">
              <a:alpha val="22000"/>
            </a:srgbClr>
          </a:solidFill>
          <a:ln w="6350">
            <a:solidFill>
              <a:srgbClr val="0D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15087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Categorize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41648" y="1508760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150876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0D3A6A">
              <a:alpha val="22000"/>
            </a:srgbClr>
          </a:solidFill>
          <a:ln w="6350">
            <a:solidFill>
              <a:srgbClr val="0D3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15087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Big Picture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34456" y="1508760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27064" y="150876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2D6A4F">
              <a:alpha val="22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5087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 Started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save flag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27264" y="1508760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19872" y="150876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2D6A4F">
              <a:alpha val="22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5087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Home Screen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11274552" cy="0"/>
          </a:xfrm>
          <a:prstGeom prst="line">
            <a:avLst/>
          </a:prstGeom>
          <a:noFill/>
          <a:ln w="6350">
            <a:solidFill>
              <a:srgbClr val="1A4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42316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Each page has a unique colour theme (purple → teal → orange) and a large icon in a tinted circle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2278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Animated dot indicators — the active dot stretches into a pill shape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0325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⏭️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03250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Skip link on pages 1 and 2 for users who want to go straight to the app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8371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83717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onboarding_done = true written to SharedPreferences when Get Started is tapped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UNDER THE HOOD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Technical </a:t>
            </a:r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Stack</a:t>
            </a:r>
            <a:pPr algn="ctr" indent="0" marL="0">
              <a:buNone/>
            </a:pP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9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750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9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750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Why?</a:t>
                      </a:r>
                      <a:endParaRPr lang="en-US" sz="9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750A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UI Framework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Flutter 3.38  ·  Material 3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Cross-platform: Android, iOS, Web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Language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Dart 3.10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Null-safe, strongly typed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0F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State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StatefulWidget + setState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Simple — no extra package needed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Storage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shared_preferences ^2.5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Key-value store; saves JSON array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0F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Navigation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Flutter Navigator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DDDDD"/>
                          </a:solidFill>
                        </a:rPr>
                        <a:t>Push / pushReplacement between screens</a:t>
                      </a:r>
                      <a:endParaRPr lang="en-US" sz="85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5440680"/>
            <a:ext cx="2125066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440680"/>
            <a:ext cx="21250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0 architecture packages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00400" y="5440680"/>
            <a:ext cx="1642262" cy="27432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5440680"/>
            <a:ext cx="16422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1 storage package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846320" y="5440680"/>
            <a:ext cx="1722730" cy="274320"/>
          </a:xfrm>
          <a:prstGeom prst="roundRect">
            <a:avLst>
              <a:gd name="adj" fmla="val 50000"/>
            </a:avLst>
          </a:prstGeom>
          <a:solidFill>
            <a:srgbClr val="EA580C">
              <a:alpha val="20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5440680"/>
            <a:ext cx="17227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4 Dart files total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0" y="5440680"/>
            <a:ext cx="1722730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5440680"/>
            <a:ext cx="17227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~600 lines of Dart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CODE ORGANIZATION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</a:t>
            </a:r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Structure</a:t>
            </a:r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05051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81912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</a:rPr>
              <a:t>lib/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911096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  main.dart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</a:rPr>
              <a:t>    ← entry + theme + AppRouter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2569464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</a:rPr>
              <a:t>  models/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    transaction.dart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227832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</a:rPr>
              <a:t>    ← model + toJson/fromJson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3557016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</a:rPr>
              <a:t>  screens/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    onboarding_screen.dart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4215384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    home_screen.dart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4544568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</a:rPr>
              <a:t>    ← all main UI + storage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main.dart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18745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Theme + AppRouter (checks onboarding_done flag)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5328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25328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transaction.dart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8072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Data model with toJson / fromJson for storage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34655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4655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onboarding_screen.dart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373989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First-launch 3-page intro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3982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43982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home_screen.dart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467258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Balance card, list, add form, delete — all UI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A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</a:t>
            </a:r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</a:rPr>
              <a:t>Flow</a:t>
            </a:r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0D3A6A">
              <a:alpha val="22000"/>
            </a:srgbClr>
          </a:solidFill>
          <a:ln w="6350">
            <a:solidFill>
              <a:srgbClr val="0D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 opens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48840" y="148132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481328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0D3A6A">
              <a:alpha val="22000"/>
            </a:srgbClr>
          </a:solidFill>
          <a:ln w="6350">
            <a:solidFill>
              <a:srgbClr val="0D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8132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AppRouter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69080" y="148132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481328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0D3A6A">
              <a:alpha val="22000"/>
            </a:srgbClr>
          </a:solidFill>
          <a:ln w="6350">
            <a:solidFill>
              <a:srgbClr val="0D3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48132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 SharedPreferences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First launch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374151">
              <a:alpha val="22000"/>
            </a:srgbClr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7744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OnboardingScreen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145536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2D6A4F">
              <a:alpha val="22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455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HomeScreen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seed data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0" y="214884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Returning user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97680" y="237744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2D6A4F">
              <a:alpha val="22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37744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HomeScreen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directly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0" y="2852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3145536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2D6A4F">
              <a:alpha val="22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1455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Load JSON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from prefs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32320" y="1463040"/>
            <a:ext cx="457200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Storage key: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18105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"transactions" → JSON string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0" y="21671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On add / delete: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24048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json.encode → prefs.setString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0" y="27614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On startup: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29992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prefs.getString → json.decode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0" y="33558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State update: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35935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setState() → widget rebuilds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5196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setState() triggers a widget rebuild on every change — no BLoC, no Provider, no streams needed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WHAT WE LEARNED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Challenges &amp; </a:t>
            </a:r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</a:rPr>
              <a:t>Solutions</a:t>
            </a:r>
            <a:pPr algn="ctr" indent="0" marL="0">
              <a:buNone/>
            </a:pP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57276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stuck on the loading spinner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47088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Missing WidgetsFlutterBinding.ensureInitialized() — the platform channel wasn't ready before SharedPreferences was called. Fix: make main() async and call it first.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11274552" cy="0"/>
          </a:xfrm>
          <a:prstGeom prst="line">
            <a:avLst/>
          </a:prstGeom>
          <a:noFill/>
          <a:ln w="6350">
            <a:solidFill>
              <a:srgbClr val="4A2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Color type removed from Flutter 3.38 public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Replaced explicit Color type annotations with inferred final variables. Passed bool isIncome so each widget computes its own colour. Used .withValues(alpha: x) not .withOpacity().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1274552" cy="0"/>
          </a:xfrm>
          <a:prstGeom prst="line">
            <a:avLst/>
          </a:prstGeom>
          <a:noFill/>
          <a:ln w="6350">
            <a:solidFill>
              <a:srgbClr val="4A2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45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64515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push 403 even after being added as collaborator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919472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Invitation was pending and had never been accepted. Fixed with: gh api --method PATCH user/repository_invitations/{id}, then pushed successfully.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BY THE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 </a:t>
            </a:r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Stats</a:t>
            </a:r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78BFA"/>
                </a:solidFill>
              </a:rPr>
              <a:t>4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Dart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EEAD4"/>
                </a:solidFill>
              </a:rPr>
              <a:t>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4747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Package Used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A580C"/>
                </a:solidFill>
              </a:rPr>
              <a:t>7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1722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50876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DE80"/>
                </a:solidFill>
              </a:rPr>
              <a:t>3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8696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Onboarding Pages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93192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319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No backend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3931920"/>
            <a:ext cx="1642262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931920"/>
            <a:ext cx="16422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No authentication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51960" y="3931920"/>
            <a:ext cx="1722730" cy="27432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931920"/>
            <a:ext cx="17227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No BLoC / Riverpod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80760" y="3931920"/>
            <a:ext cx="1803197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931920"/>
            <a:ext cx="18031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Android · iOS · Web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183880" y="3931920"/>
            <a:ext cx="1722730" cy="274320"/>
          </a:xfrm>
          <a:prstGeom prst="roundRect">
            <a:avLst>
              <a:gd name="adj" fmla="val 50000"/>
            </a:avLst>
          </a:prstGeom>
          <a:solidFill>
            <a:srgbClr val="EA580C">
              <a:alpha val="20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931920"/>
            <a:ext cx="17227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~600 lines of Dart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LIVE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Demo </a:t>
            </a:r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Flow</a:t>
            </a:r>
            <a:pPr algn="ctr" indent="0" marL="0">
              <a:buNone/>
            </a:pP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1️⃣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53619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the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10512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See the 3-page onboarding — tap Next to advance, or Skip to jump straight to the app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57984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41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2️⃣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4144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Arrive at Home Screen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715768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Point out the balance card and the pre-loaded sample transactions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3️⃣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46704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Tap Add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621024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Fill in the form — title, amount, category, date, type — then submit and watch the balance update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4️⃣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251960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 a transaction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52628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Tap the bin icon — the list and balance update instantly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873752"/>
            <a:ext cx="11274552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57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5️⃣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157216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Restart the 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5431536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All transactions are still there — local storage is working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77799"/>
                </a:solidFill>
              </a:rPr>
              <a:t>WRAP 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9445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BBBBB"/>
                </a:solidFill>
              </a:rPr>
              <a:t>A fully working, polished Flutter app — built with minimal complexity to demonstrate real mobile development concepts in clean, readable code.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414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We Covered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81528"/>
            <a:ext cx="5120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State management  ·  Local persistence  ·  Navigation  ·  Form validation  ·  JSON serialization  ·  Onboarding UX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36792" y="233172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4414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2788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Possible Extensions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73952" y="3081528"/>
            <a:ext cx="5120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Monthly budget limits  ·  Spending charts  ·  Currency selection  ·  Dark mode  ·  Cloud sync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66"/>
                </a:solidFill>
              </a:rPr>
              <a:t>github.com/NanakwameGit/Group-2-Mobile-App-Project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Expense Tracker – Presentation</dc:title>
  <dc:subject>PptxGenJS Presentation</dc:subject>
  <dc:creator>Group 2</dc:creator>
  <cp:lastModifiedBy>Group 2</cp:lastModifiedBy>
  <cp:revision>1</cp:revision>
  <dcterms:created xsi:type="dcterms:W3CDTF">2026-04-03T20:18:17Z</dcterms:created>
  <dcterms:modified xsi:type="dcterms:W3CDTF">2026-04-03T20:18:17Z</dcterms:modified>
</cp:coreProperties>
</file>